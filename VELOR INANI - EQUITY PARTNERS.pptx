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61" r:id="rId4"/>
    <p:sldId id="260" r:id="rId5"/>
    <p:sldId id="262" r:id="rId6"/>
    <p:sldId id="259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1260" y="5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DC122-2E36-431E-8A3A-E40543F416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196EC8-D31C-456F-9118-59DA605757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D97D5-B4D0-4791-BB92-9F9B44872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3C5C7-BD82-4F4C-A6E4-98DAD3062A50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F3843-12E5-4474-B54C-D5F7094A1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58464D-F97C-4ED6-86C3-EC7DAAC80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3379A-E872-4B65-B34A-C48BEC3236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626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FC719-2AC5-48D4-8AC5-B06AB803D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F56C5-CE2F-47A5-BBA8-BD6EAD3531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8D3286-7F1F-42D2-A4A3-D29AFE714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3C5C7-BD82-4F4C-A6E4-98DAD3062A50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3FC90C-7B63-44EE-A533-0ED1FD869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B5A16A-E48C-4579-A94A-4277D76CF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3379A-E872-4B65-B34A-C48BEC3236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4528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E034C-8EF5-4489-AD16-F2A15C281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B0F7AA-214C-4790-B8D6-05E539E079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F99036-3B31-4E3D-BF09-C30AE3221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3C5C7-BD82-4F4C-A6E4-98DAD3062A50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67C3F4-6E16-442B-B9AD-427734EF5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A66491-D4A1-4F87-AEAE-2E858DF43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3379A-E872-4B65-B34A-C48BEC3236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06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EA3B0-DA16-4F71-A4C2-DB8879578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2EFB0A-3362-4F83-8EF5-E0FA182F47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121F38-25A4-4890-A3E8-2421D7E973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C7AF97-D582-4309-8713-1C9B8C3F2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3C5C7-BD82-4F4C-A6E4-98DAD3062A50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F7EE4C-3A0A-4951-B904-A9BD70FE5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67B567-9E18-4D2B-B281-DAC52AC07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3379A-E872-4B65-B34A-C48BEC3236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07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CEFA7-D15A-4B24-B688-5C5C5CBF2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18E5DF-DF76-4ADA-94BC-E6886F07AE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520251-FD28-4B4B-8E71-2751B654A1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26BF12-18E0-4145-902E-2EF3DAF2DF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6626F4-226E-464A-9AA0-19ECC53F88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7A4759-326E-4DD1-862C-155DBD0B8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3C5C7-BD82-4F4C-A6E4-98DAD3062A50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FEC24E-A3E5-4CFF-A71F-4BF916FD4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9F2180-F9B2-4B4C-9FCF-736779CED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3379A-E872-4B65-B34A-C48BEC3236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447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88BD8-D77A-4BA7-AA07-5A38644C2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DA5BBE-1F39-4FD8-9B61-4D2C69145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3C5C7-BD82-4F4C-A6E4-98DAD3062A50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AB731B-B6C5-4550-B7D2-5B9972B2B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7E79D3-8CDE-4D1D-85CA-0DF192977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3379A-E872-4B65-B34A-C48BEC3236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054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EC6215-A03F-49AC-B5B7-EF95D5C46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3C5C7-BD82-4F4C-A6E4-98DAD3062A50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DA963E-CAAB-4E12-911E-9D8E7211A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7D8B0D-5DC5-4029-BF2D-FEAA5E722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3379A-E872-4B65-B34A-C48BEC3236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6426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C2696-E610-4F7F-98EB-31060C443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46FD68-4C3D-4508-9540-FAC09C1491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FBAA6A-14AA-4731-A8CD-65F9D83FB5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D79305-4793-4991-B7D0-572E7D738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3C5C7-BD82-4F4C-A6E4-98DAD3062A50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324485-7743-479C-A1D6-9AA7686AA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256531-8C9D-4EB2-B8FF-976D7D469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3379A-E872-4B65-B34A-C48BEC3236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080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C0A78-360C-4DC1-8DE8-3EE1CF7C4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D0651F-5A2F-4C9D-955B-11BB06BFD5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011626-CCD0-4D78-9A09-DE64C93E65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989213-4654-4D0E-9FE5-50ACD5D9C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3C5C7-BD82-4F4C-A6E4-98DAD3062A50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CD0EE8-79B2-4A6D-AB98-94FC6B441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28E90E-2305-4B5C-9AA4-8F708D9A4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3379A-E872-4B65-B34A-C48BEC3236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646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83C9E-8E95-469C-A93B-D044667DF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546E41-D585-40DE-BFFC-A9340E690F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C81A66-B8E3-4838-8E88-278FA34AC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3C5C7-BD82-4F4C-A6E4-98DAD3062A50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5E935-CD5F-41CA-82C5-6A02738A5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14575B-CD16-473E-82F6-39AE5EA18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3379A-E872-4B65-B34A-C48BEC3236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8627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9947DB-B0FF-4D92-BC8C-53E4363F43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310E78-A0FA-47B6-B165-DDE9001388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93CD5F-A10D-4E3E-8F97-2F0C0B03A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3C5C7-BD82-4F4C-A6E4-98DAD3062A50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78C32D-FBD8-4A27-8E69-51D1890BB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F46734-C462-4789-AC36-11FFA8025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3379A-E872-4B65-B34A-C48BEC3236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04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B7C884-4DE3-4E47-9D31-9BAEFE237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8F5A87-7F57-40AA-9DE8-4B000B6748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19E7D-6BF1-4637-90E4-3C6CF3B8FD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43C5C7-BD82-4F4C-A6E4-98DAD3062A50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4A78A-FB58-4561-8E80-00D93A9EDC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FB85B-2FB5-4C93-857C-350CAA1B57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83379A-E872-4B65-B34A-C48BEC3236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191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eimanestates.com/" TargetMode="External"/><Relationship Id="rId2" Type="http://schemas.openxmlformats.org/officeDocument/2006/relationships/hyperlink" Target="mailto:info@eimanestates.com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SM897751">
            <a:extLst>
              <a:ext uri="{FF2B5EF4-FFF2-40B4-BE49-F238E27FC236}">
                <a16:creationId xmlns:a16="http://schemas.microsoft.com/office/drawing/2014/main" id="{7DCA268D-5C2D-4C3C-A2F5-36FA04FDC9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642"/>
          <a:stretch/>
        </p:blipFill>
        <p:spPr bwMode="auto">
          <a:xfrm>
            <a:off x="0" y="0"/>
            <a:ext cx="12192000" cy="6876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29466700-0685-4DBE-946E-6E6444AAB273}"/>
              </a:ext>
            </a:extLst>
          </p:cNvPr>
          <p:cNvSpPr txBox="1">
            <a:spLocks/>
          </p:cNvSpPr>
          <p:nvPr/>
        </p:nvSpPr>
        <p:spPr>
          <a:xfrm>
            <a:off x="1193132" y="560889"/>
            <a:ext cx="3138236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Earn </a:t>
            </a: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with</a:t>
            </a:r>
          </a:p>
          <a:p>
            <a:r>
              <a:rPr lang="en-US" u="sng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Eiman.  </a:t>
            </a:r>
          </a:p>
        </p:txBody>
      </p:sp>
    </p:spTree>
    <p:extLst>
      <p:ext uri="{BB962C8B-B14F-4D97-AF65-F5344CB8AC3E}">
        <p14:creationId xmlns:p14="http://schemas.microsoft.com/office/powerpoint/2010/main" val="2022164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944DC8E-AD25-4EA6-9C0C-7FEDAA33FE52}"/>
              </a:ext>
            </a:extLst>
          </p:cNvPr>
          <p:cNvSpPr/>
          <p:nvPr/>
        </p:nvSpPr>
        <p:spPr>
          <a:xfrm>
            <a:off x="2042563" y="2484929"/>
            <a:ext cx="3818021" cy="24527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sz="2000" dirty="0">
                <a:latin typeface="Times New Roman" panose="02020603050405020304" pitchFamily="18" charset="0"/>
                <a:ea typeface="Arial" panose="020B0604020202020204" pitchFamily="34" charset="0"/>
              </a:rPr>
              <a:t>Eiman Estates Ltd. is a </a:t>
            </a:r>
          </a:p>
          <a:p>
            <a:pPr>
              <a:lnSpc>
                <a:spcPct val="130000"/>
              </a:lnSpc>
            </a:pPr>
            <a:r>
              <a:rPr lang="en-US" sz="2000" dirty="0">
                <a:latin typeface="Times New Roman" panose="02020603050405020304" pitchFamily="18" charset="0"/>
                <a:ea typeface="Arial" panose="020B0604020202020204" pitchFamily="34" charset="0"/>
              </a:rPr>
              <a:t>Real Estate Developer with a mission to create ethical income</a:t>
            </a:r>
          </a:p>
          <a:p>
            <a:pPr>
              <a:lnSpc>
                <a:spcPct val="130000"/>
              </a:lnSpc>
            </a:pPr>
            <a:r>
              <a:rPr lang="en-US" sz="2000" dirty="0">
                <a:latin typeface="Times New Roman" panose="02020603050405020304" pitchFamily="18" charset="0"/>
                <a:ea typeface="Arial" panose="020B0604020202020204" pitchFamily="34" charset="0"/>
              </a:rPr>
              <a:t>opportunities for the county’s young generation.</a:t>
            </a:r>
          </a:p>
          <a:p>
            <a:pPr>
              <a:lnSpc>
                <a:spcPct val="130000"/>
              </a:lnSpc>
            </a:pPr>
            <a:endParaRPr lang="en-US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15842A0-BF72-4D86-A679-1EF2AFD88580}"/>
              </a:ext>
            </a:extLst>
          </p:cNvPr>
          <p:cNvSpPr txBox="1">
            <a:spLocks/>
          </p:cNvSpPr>
          <p:nvPr/>
        </p:nvSpPr>
        <p:spPr>
          <a:xfrm>
            <a:off x="1293716" y="4081329"/>
            <a:ext cx="5500276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1600" u="sng" dirty="0">
              <a:solidFill>
                <a:schemeClr val="bg1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F75783A-683E-4D5B-8CD1-E4C6650261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6676" y="1511281"/>
            <a:ext cx="1938773" cy="579283"/>
          </a:xfrm>
          <a:prstGeom prst="rect">
            <a:avLst/>
          </a:prstGeom>
        </p:spPr>
      </p:pic>
      <p:pic>
        <p:nvPicPr>
          <p:cNvPr id="1030" name="Picture 6" descr="Mixed-Use Tall Building Design Competition - HOK">
            <a:extLst>
              <a:ext uri="{FF2B5EF4-FFF2-40B4-BE49-F238E27FC236}">
                <a16:creationId xmlns:a16="http://schemas.microsoft.com/office/drawing/2014/main" id="{F79BEC3B-A534-42D5-8C32-0830528D607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7863"/>
          <a:stretch/>
        </p:blipFill>
        <p:spPr bwMode="auto">
          <a:xfrm>
            <a:off x="6842760" y="0"/>
            <a:ext cx="534924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45354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944DC8E-AD25-4EA6-9C0C-7FEDAA33FE52}"/>
              </a:ext>
            </a:extLst>
          </p:cNvPr>
          <p:cNvSpPr/>
          <p:nvPr/>
        </p:nvSpPr>
        <p:spPr>
          <a:xfrm>
            <a:off x="6473952" y="2249424"/>
            <a:ext cx="3982372" cy="36158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sz="2000" dirty="0">
                <a:latin typeface="Times New Roman" panose="02020603050405020304" pitchFamily="18" charset="0"/>
                <a:ea typeface="Arial" panose="020B0604020202020204" pitchFamily="34" charset="0"/>
              </a:rPr>
              <a:t>Now you can have an exciting</a:t>
            </a:r>
          </a:p>
          <a:p>
            <a:pPr>
              <a:lnSpc>
                <a:spcPct val="130000"/>
              </a:lnSpc>
            </a:pPr>
            <a:r>
              <a:rPr lang="en-US" sz="2000" dirty="0">
                <a:latin typeface="Times New Roman" panose="02020603050405020304" pitchFamily="18" charset="0"/>
                <a:ea typeface="Arial" panose="020B0604020202020204" pitchFamily="34" charset="0"/>
              </a:rPr>
              <a:t>independent profession being an</a:t>
            </a:r>
          </a:p>
          <a:p>
            <a:pPr>
              <a:lnSpc>
                <a:spcPct val="130000"/>
              </a:lnSpc>
            </a:pPr>
            <a:r>
              <a:rPr lang="en-US" sz="4000" b="1" dirty="0">
                <a:latin typeface="Times New Roman" panose="02020603050405020304" pitchFamily="18" charset="0"/>
                <a:ea typeface="Arial" panose="020B0604020202020204" pitchFamily="34" charset="0"/>
              </a:rPr>
              <a:t>Equity Partner </a:t>
            </a:r>
          </a:p>
          <a:p>
            <a:pPr>
              <a:lnSpc>
                <a:spcPct val="130000"/>
              </a:lnSpc>
            </a:pPr>
            <a:r>
              <a:rPr lang="en-US" sz="2000" dirty="0">
                <a:latin typeface="Times New Roman" panose="02020603050405020304" pitchFamily="18" charset="0"/>
                <a:ea typeface="Arial" panose="020B0604020202020204" pitchFamily="34" charset="0"/>
              </a:rPr>
              <a:t>of  Velora Inani, the first-of-its-kind Lifestyle Hotel Project of Eiman Estates Ltd. to be built in Inani, Cox’s Bazar. </a:t>
            </a:r>
          </a:p>
          <a:p>
            <a:pPr>
              <a:lnSpc>
                <a:spcPct val="130000"/>
              </a:lnSpc>
            </a:pPr>
            <a:endParaRPr lang="en-US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15842A0-BF72-4D86-A679-1EF2AFD88580}"/>
              </a:ext>
            </a:extLst>
          </p:cNvPr>
          <p:cNvSpPr txBox="1">
            <a:spLocks/>
          </p:cNvSpPr>
          <p:nvPr/>
        </p:nvSpPr>
        <p:spPr>
          <a:xfrm>
            <a:off x="1293716" y="4081329"/>
            <a:ext cx="5500276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1600" u="sng" dirty="0">
              <a:solidFill>
                <a:schemeClr val="bg1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80E149-FEB9-415A-BB0D-473C9817F3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3952" y="1174595"/>
            <a:ext cx="1801368" cy="668690"/>
          </a:xfrm>
          <a:prstGeom prst="rect">
            <a:avLst/>
          </a:prstGeom>
        </p:spPr>
      </p:pic>
      <p:pic>
        <p:nvPicPr>
          <p:cNvPr id="4102" name="Picture 6" descr="Absolutely Calm and Beautiful Sea with White Sand Beach | Free Background  by picjumbo">
            <a:extLst>
              <a:ext uri="{FF2B5EF4-FFF2-40B4-BE49-F238E27FC236}">
                <a16:creationId xmlns:a16="http://schemas.microsoft.com/office/drawing/2014/main" id="{D99FD46F-FBFF-43F8-86FD-0E1992A565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29" r="14490"/>
          <a:stretch/>
        </p:blipFill>
        <p:spPr bwMode="auto">
          <a:xfrm>
            <a:off x="-10508" y="0"/>
            <a:ext cx="5862668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2247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944DC8E-AD25-4EA6-9C0C-7FEDAA33FE52}"/>
              </a:ext>
            </a:extLst>
          </p:cNvPr>
          <p:cNvSpPr/>
          <p:nvPr/>
        </p:nvSpPr>
        <p:spPr>
          <a:xfrm>
            <a:off x="964531" y="2456882"/>
            <a:ext cx="5318731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Own a hotel unit paying 15 Lac Taka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Be a Registered Equity Partner yourself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Start Selling Shares to bring in Shareholders*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(Each hotel unit may have max 30 shareholders) </a:t>
            </a:r>
          </a:p>
          <a:p>
            <a:pPr marL="342900" indent="-342900">
              <a:buFontTx/>
              <a:buChar char="-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15842A0-BF72-4D86-A679-1EF2AFD88580}"/>
              </a:ext>
            </a:extLst>
          </p:cNvPr>
          <p:cNvSpPr txBox="1">
            <a:spLocks/>
          </p:cNvSpPr>
          <p:nvPr/>
        </p:nvSpPr>
        <p:spPr>
          <a:xfrm>
            <a:off x="1293716" y="4081329"/>
            <a:ext cx="5500276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1600" u="sng" dirty="0">
              <a:solidFill>
                <a:schemeClr val="bg1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pic>
        <p:nvPicPr>
          <p:cNvPr id="5130" name="Picture 10" descr="Four great reasons to consider investing in a hotel unit">
            <a:extLst>
              <a:ext uri="{FF2B5EF4-FFF2-40B4-BE49-F238E27FC236}">
                <a16:creationId xmlns:a16="http://schemas.microsoft.com/office/drawing/2014/main" id="{8ACA5BE2-F3E2-49DA-8B46-62A3281CCF2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38" r="15594"/>
          <a:stretch/>
        </p:blipFill>
        <p:spPr bwMode="auto">
          <a:xfrm>
            <a:off x="6691724" y="-36646"/>
            <a:ext cx="5500276" cy="6926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0416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944DC8E-AD25-4EA6-9C0C-7FEDAA33FE52}"/>
              </a:ext>
            </a:extLst>
          </p:cNvPr>
          <p:cNvSpPr/>
          <p:nvPr/>
        </p:nvSpPr>
        <p:spPr>
          <a:xfrm>
            <a:off x="6204044" y="2142337"/>
            <a:ext cx="497906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an Equity Partner earns 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Room Rent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Food &amp; Beverage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Events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Others </a:t>
            </a:r>
            <a:endParaRPr lang="en-US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15842A0-BF72-4D86-A679-1EF2AFD88580}"/>
              </a:ext>
            </a:extLst>
          </p:cNvPr>
          <p:cNvSpPr txBox="1">
            <a:spLocks/>
          </p:cNvSpPr>
          <p:nvPr/>
        </p:nvSpPr>
        <p:spPr>
          <a:xfrm>
            <a:off x="1293716" y="4081329"/>
            <a:ext cx="5500276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1600" u="sng" dirty="0">
              <a:solidFill>
                <a:schemeClr val="bg1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pic>
        <p:nvPicPr>
          <p:cNvPr id="7178" name="Picture 10" descr="Get to grips with the perfect handshake | Social etiquette | The Guardian">
            <a:extLst>
              <a:ext uri="{FF2B5EF4-FFF2-40B4-BE49-F238E27FC236}">
                <a16:creationId xmlns:a16="http://schemas.microsoft.com/office/drawing/2014/main" id="{0DCF0516-CCA7-4121-96B9-232E9E8619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467"/>
          <a:stretch/>
        </p:blipFill>
        <p:spPr bwMode="auto">
          <a:xfrm>
            <a:off x="0" y="0"/>
            <a:ext cx="566013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47486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15842A0-BF72-4D86-A679-1EF2AFD88580}"/>
              </a:ext>
            </a:extLst>
          </p:cNvPr>
          <p:cNvSpPr txBox="1">
            <a:spLocks/>
          </p:cNvSpPr>
          <p:nvPr/>
        </p:nvSpPr>
        <p:spPr>
          <a:xfrm>
            <a:off x="1293716" y="4081329"/>
            <a:ext cx="5500276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1600" u="sng" dirty="0">
              <a:solidFill>
                <a:schemeClr val="bg1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8FFA27-4450-48A8-B785-1A41B8934146}"/>
              </a:ext>
            </a:extLst>
          </p:cNvPr>
          <p:cNvSpPr/>
          <p:nvPr/>
        </p:nvSpPr>
        <p:spPr>
          <a:xfrm>
            <a:off x="780288" y="1845598"/>
            <a:ext cx="449580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Projected Return on Investment  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55 Lac Taka*</a:t>
            </a:r>
          </a:p>
          <a:p>
            <a:endParaRPr lang="en-US" sz="1400" dirty="0"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endParaRPr lang="en-US" sz="1400" dirty="0"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endParaRPr lang="en-US" sz="1400" dirty="0"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endParaRPr lang="en-US" sz="1400" dirty="0"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endParaRPr lang="en-US" sz="1400" dirty="0"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endParaRPr lang="en-US" sz="1400" dirty="0"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endParaRPr lang="en-US" sz="1400" dirty="0"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endParaRPr lang="en-US" sz="1400" dirty="0"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endParaRPr lang="en-US" sz="1400" dirty="0"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(subject to the hotel’s performance, profitability, </a:t>
            </a:r>
          </a:p>
          <a:p>
            <a:r>
              <a:rPr lang="en-US" sz="1400" dirty="0"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and operational costs)</a:t>
            </a:r>
            <a:endParaRPr lang="en-US" sz="1400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6152" name="Picture 8" descr="497,800+ Crunching Numbers Stock Photos, Pictures &amp; Royalty-Free Images -  iStock | Business person crunching numbers, Couple crunching numbers,  Computer crunching numbers">
            <a:extLst>
              <a:ext uri="{FF2B5EF4-FFF2-40B4-BE49-F238E27FC236}">
                <a16:creationId xmlns:a16="http://schemas.microsoft.com/office/drawing/2014/main" id="{50A5D831-7AF1-4C18-89AF-B71281066D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44351"/>
          <a:stretch/>
        </p:blipFill>
        <p:spPr bwMode="auto">
          <a:xfrm>
            <a:off x="5461085" y="0"/>
            <a:ext cx="673091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89162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15842A0-BF72-4D86-A679-1EF2AFD88580}"/>
              </a:ext>
            </a:extLst>
          </p:cNvPr>
          <p:cNvSpPr txBox="1">
            <a:spLocks/>
          </p:cNvSpPr>
          <p:nvPr/>
        </p:nvSpPr>
        <p:spPr>
          <a:xfrm>
            <a:off x="1293716" y="4081329"/>
            <a:ext cx="5500276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1600" u="sng" dirty="0">
              <a:solidFill>
                <a:schemeClr val="bg1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32ED80-9C18-4827-8860-86402224CE3E}"/>
              </a:ext>
            </a:extLst>
          </p:cNvPr>
          <p:cNvSpPr/>
          <p:nvPr/>
        </p:nvSpPr>
        <p:spPr>
          <a:xfrm>
            <a:off x="7685372" y="2312953"/>
            <a:ext cx="3653188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Secured &amp; Protected 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Registered Agreement</a:t>
            </a:r>
          </a:p>
          <a:p>
            <a:pPr marL="457200" indent="-457200"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Annual Owners’ Meeting</a:t>
            </a:r>
          </a:p>
          <a:p>
            <a:pPr marL="457200" indent="-457200"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Audited Annual Statement </a:t>
            </a:r>
            <a:endParaRPr lang="en-US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8194" name="Picture 2" descr="10 Reasons Why You Should Wear Seat Belt Every Time You Drive">
            <a:extLst>
              <a:ext uri="{FF2B5EF4-FFF2-40B4-BE49-F238E27FC236}">
                <a16:creationId xmlns:a16="http://schemas.microsoft.com/office/drawing/2014/main" id="{7C545E7C-11BC-4CE3-8492-7582EA5950F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4" t="806" r="15961" b="-806"/>
          <a:stretch/>
        </p:blipFill>
        <p:spPr bwMode="auto">
          <a:xfrm>
            <a:off x="-1" y="-18288"/>
            <a:ext cx="7269481" cy="6876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97069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15842A0-BF72-4D86-A679-1EF2AFD88580}"/>
              </a:ext>
            </a:extLst>
          </p:cNvPr>
          <p:cNvSpPr txBox="1">
            <a:spLocks/>
          </p:cNvSpPr>
          <p:nvPr/>
        </p:nvSpPr>
        <p:spPr>
          <a:xfrm>
            <a:off x="1293716" y="4081329"/>
            <a:ext cx="5500276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1600" u="sng" dirty="0">
              <a:solidFill>
                <a:schemeClr val="bg1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8FFA27-4450-48A8-B785-1A41B8934146}"/>
              </a:ext>
            </a:extLst>
          </p:cNvPr>
          <p:cNvSpPr/>
          <p:nvPr/>
        </p:nvSpPr>
        <p:spPr>
          <a:xfrm>
            <a:off x="754888" y="1779990"/>
            <a:ext cx="4071112" cy="37240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Welcome onboard.</a:t>
            </a:r>
          </a:p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+8801335086800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 by: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Rupsha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Tower, Floor 10,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Plot 7, Road 17, Banani, Dhaka, Bangladesh 1213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Mail: 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info@eimanestates.com</a:t>
            </a:r>
            <a:endParaRPr 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Visit: 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www.eimanestates.com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400" dirty="0"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endParaRPr lang="en-US" sz="1400" dirty="0"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endParaRPr lang="en-US" sz="1400" dirty="0"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218" name="Picture 2" descr="20,200+ Offering Handshake Stock Photos, Pictures &amp; Royalty-Free Images -  iStock | Man offering handshake, Businessman offering handshake, Doctor offering  handshake">
            <a:extLst>
              <a:ext uri="{FF2B5EF4-FFF2-40B4-BE49-F238E27FC236}">
                <a16:creationId xmlns:a16="http://schemas.microsoft.com/office/drawing/2014/main" id="{FB1A00EF-EA0A-4710-A478-D613E43F08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00" r="12857"/>
          <a:stretch/>
        </p:blipFill>
        <p:spPr bwMode="auto">
          <a:xfrm>
            <a:off x="4969764" y="0"/>
            <a:ext cx="722223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7394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196</Words>
  <Application>Microsoft Office PowerPoint</Application>
  <PresentationFormat>Widescreen</PresentationFormat>
  <Paragraphs>55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Arial Black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120</cp:revision>
  <dcterms:created xsi:type="dcterms:W3CDTF">2026-06-16T11:17:05Z</dcterms:created>
  <dcterms:modified xsi:type="dcterms:W3CDTF">2026-06-16T14:32:55Z</dcterms:modified>
</cp:coreProperties>
</file>